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312" r:id="rId3"/>
    <p:sldId id="311" r:id="rId4"/>
    <p:sldId id="310" r:id="rId5"/>
    <p:sldId id="313" r:id="rId6"/>
    <p:sldId id="29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D"/>
    <a:srgbClr val="0070C0"/>
    <a:srgbClr val="2EB67D"/>
    <a:srgbClr val="DFFFE3"/>
    <a:srgbClr val="4775E7"/>
    <a:srgbClr val="064EAF"/>
    <a:srgbClr val="0000FF"/>
    <a:srgbClr val="FF5757"/>
    <a:srgbClr val="F4FAFF"/>
    <a:srgbClr val="C3C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/>
    <p:restoredTop sz="96328"/>
  </p:normalViewPr>
  <p:slideViewPr>
    <p:cSldViewPr snapToGrid="0" snapToObjects="1">
      <p:cViewPr varScale="1">
        <p:scale>
          <a:sx n="150" d="100"/>
          <a:sy n="150" d="100"/>
        </p:scale>
        <p:origin x="8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EE703-4B8F-7344-B78C-D8ED9943524C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1B93A-DD76-5842-9D9F-2C38AC03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6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1B93A-DD76-5842-9D9F-2C38AC0339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6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B430-1489-1144-A25A-7CE0DBE95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025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203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4A096-5278-FE4D-950C-45A22DD711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49925"/>
            <a:ext cx="9144000" cy="1486797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689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689D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Maciej Pacula, </a:t>
            </a:r>
            <a:r>
              <a:rPr lang="en-US" sz="2400" b="0" i="0" u="none" strike="noStrike" cap="none" dirty="0" err="1">
                <a:solidFill>
                  <a:srgbClr val="00689D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maciej@gofigr.io</a:t>
            </a:r>
            <a:endParaRPr lang="en-US" sz="2400" b="0" i="0" u="none" strike="noStrike" cap="none" dirty="0">
              <a:solidFill>
                <a:srgbClr val="00689D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689D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September 19, 2023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CE6DE72-C1F5-C52B-708E-7B3C84DD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717A-89E1-6943-A36B-2089E4AC3337}" type="datetime1">
              <a:rPr lang="en-US" smtClean="0"/>
              <a:t>4/7/26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EDC426D-5835-087D-8495-B06F0562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820A238-5130-A692-8144-379D87CB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531E6C-5165-1454-DB16-BD64087F6DF4}"/>
              </a:ext>
            </a:extLst>
          </p:cNvPr>
          <p:cNvSpPr/>
          <p:nvPr userDrawn="1"/>
        </p:nvSpPr>
        <p:spPr>
          <a:xfrm>
            <a:off x="158338" y="1021278"/>
            <a:ext cx="11895117" cy="101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2A02BD-F34E-E37A-3EF6-AD870459A5A7}"/>
              </a:ext>
            </a:extLst>
          </p:cNvPr>
          <p:cNvGrpSpPr/>
          <p:nvPr userDrawn="1"/>
        </p:nvGrpSpPr>
        <p:grpSpPr>
          <a:xfrm>
            <a:off x="4136402" y="444473"/>
            <a:ext cx="3919196" cy="1333702"/>
            <a:chOff x="2875010" y="829456"/>
            <a:chExt cx="3919196" cy="1333702"/>
          </a:xfrm>
        </p:grpSpPr>
        <p:pic>
          <p:nvPicPr>
            <p:cNvPr id="21" name="Picture 20" descr="A close-up of a logo&#10;&#10;Description automatically generated">
              <a:extLst>
                <a:ext uri="{FF2B5EF4-FFF2-40B4-BE49-F238E27FC236}">
                  <a16:creationId xmlns:a16="http://schemas.microsoft.com/office/drawing/2014/main" id="{8C084690-091F-792F-0B02-5BAE30B93B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77353"/>
            <a:stretch>
              <a:fillRect/>
            </a:stretch>
          </p:blipFill>
          <p:spPr>
            <a:xfrm>
              <a:off x="2875010" y="829456"/>
              <a:ext cx="1335484" cy="1333702"/>
            </a:xfrm>
            <a:prstGeom prst="rect">
              <a:avLst/>
            </a:prstGeom>
          </p:spPr>
        </p:pic>
        <p:pic>
          <p:nvPicPr>
            <p:cNvPr id="4" name="Picture 3" descr="A close-up of a logo&#10;&#10;Description automatically generated">
              <a:extLst>
                <a:ext uri="{FF2B5EF4-FFF2-40B4-BE49-F238E27FC236}">
                  <a16:creationId xmlns:a16="http://schemas.microsoft.com/office/drawing/2014/main" id="{F7654B37-0C9A-B2EB-30EE-B094837C5C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64" r="42994" b="34380"/>
            <a:stretch>
              <a:fillRect/>
            </a:stretch>
          </p:blipFill>
          <p:spPr>
            <a:xfrm>
              <a:off x="4210494" y="850730"/>
              <a:ext cx="2583712" cy="1153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175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63BD-372E-2546-9FB7-A973C03F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1D580-F260-574D-B001-772EA779A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033CB-C0ED-6546-BCC3-051520B1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6D17-4233-C647-88C8-CD184C8443CB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B9A72-56F1-9941-B391-F5E2B29B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C353F-B4F9-3D4E-B7C1-379BCC21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3F"/>
                </a:solidFill>
              </a:defRPr>
            </a:lvl1pPr>
          </a:lstStyle>
          <a:p>
            <a:fld id="{7FCC63C6-BC1E-CC49-9701-9DA8C2A99A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38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CD1-3ABB-AC43-BD18-8872AE68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00203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E0C91-FE93-EF4A-979C-69B1DC725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689D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8EB96-986D-494C-918C-6188F11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4774-F6B8-F945-827C-D701CFF07764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D3B6E-49F4-9245-AF7C-203A056A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E8588-565A-ED49-BE98-47309741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54692B1-A3E1-60FC-8FD7-199B73DD35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867" y="0"/>
            <a:ext cx="4461933" cy="101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6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E26B-1161-C341-88A0-FACE8681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498A-BA68-6C41-ADD6-89B16C1A2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E6555-2B7D-8540-B4F1-95CCF54C4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C4B43-ADC6-394D-AFBE-D4300E13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2412-7F8B-A74E-B9C4-EFDA2D7031EF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56AAF-2867-904C-95EA-1B81F290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4647C-751F-1549-9146-29B6AE2F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9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D57B-12F5-8942-B792-DACFFCE7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6F57D-B94E-DD42-A127-9AA3836AF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02C34-9D60-9C4E-8DF4-711594EA1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2DD894-55BF-A348-96E2-C717FCE1C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9C08F-72E0-724A-B9BE-1559FEBCA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A3919F-A890-9049-BCCD-7E018E25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1EBB2-CF32-3043-98F6-DCCA3DD08FAB}" type="datetime1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0966D-465E-AF48-A7E1-DC906703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4283AE-F313-DB44-8007-04514674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4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E870-8ED7-FE4C-A2A4-A74B019D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F9A33-EDD7-454E-B31D-62FB118A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9905E-E421-8443-90F9-98B6D40033C9}" type="datetime1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946B6-3F32-DF46-932C-2E60C4C5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A0D02-0A61-1F4F-8A48-EEB039C5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9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7F994-84DA-F346-8DB7-42DE64C7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40F3-0893-CB41-B1AC-6E7D51AAFAA1}" type="datetime1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A2E01-6D73-8640-AECA-907E6166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1E873-3B65-D142-9A1A-3A7364233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1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74BB-6EE2-E646-A4F1-5DD4F2F7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85675-B069-4F48-A387-F8A2CB8B0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25903-A492-1C4D-8BCD-790458CD3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C317-902D-FE4F-A165-1FB5628D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4141-5511-224C-AC98-FC474A2681EC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4662-A166-EC44-A23D-0137079D2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33844-4355-2546-9076-D3EB66DC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5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F93C-1686-3449-A03E-5C47DABD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F3FD8-2979-034C-B228-69BC135A0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91829-9533-614F-8A75-98D4FCA79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79D6C-5134-CB43-9A7D-84B10CE5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8F825-A9EB-E445-BB03-F30D7B81C2CF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DA093-9D28-A24A-BF34-C9DB38E6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66DDA-43AA-9240-A52A-5DF72215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2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810A-EB5B-DF46-BF43-F2BA16E1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D5B00-ECB5-BF4A-8EA5-CF7600CF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4D224-CF88-EE47-ABA8-0412CC66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8454B-BB8D-1F4E-B821-212382FBA6B5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5B4-59FE-EB41-A893-A2CC4608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A6899-907F-024C-A5A1-FF933C75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7E176-61C3-924E-A75D-AD9704EA2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ABBCA-1FBD-A644-9BE7-BA32D6698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0248C-AF14-B548-84FD-B304AC7F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47F26-A76B-7F4D-ADD9-DF6F7C1391D1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FEE10-0F68-7E4D-A952-0B777771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E8376-FB18-844D-84CC-AC77DD12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4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F5B34B-7F96-0B45-9E15-8259F564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69" y="18254"/>
            <a:ext cx="11724861" cy="985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85C45-0F81-CD42-BDE4-56C2178C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964" y="1258380"/>
            <a:ext cx="11092070" cy="491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4387-1C79-0348-939B-219FBAFE8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93503" y="6356350"/>
            <a:ext cx="1136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C717A-89E1-6943-A36B-2089E4AC3337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6ACE6-5D28-3F4C-82DA-A4FEFD597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986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A9E3C-227F-1243-A09B-86757D226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60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3C6-BC1E-CC49-9701-9DA8C2A99AE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Google Shape;96;p2">
            <a:extLst>
              <a:ext uri="{FF2B5EF4-FFF2-40B4-BE49-F238E27FC236}">
                <a16:creationId xmlns:a16="http://schemas.microsoft.com/office/drawing/2014/main" id="{8AEEEBCC-5AEE-C440-8231-ED7E27080EEB}"/>
              </a:ext>
            </a:extLst>
          </p:cNvPr>
          <p:cNvCxnSpPr>
            <a:cxnSpLocks/>
          </p:cNvCxnSpPr>
          <p:nvPr/>
        </p:nvCxnSpPr>
        <p:spPr>
          <a:xfrm>
            <a:off x="233569" y="1075101"/>
            <a:ext cx="11724861" cy="0"/>
          </a:xfrm>
          <a:prstGeom prst="straightConnector1">
            <a:avLst/>
          </a:prstGeom>
          <a:noFill/>
          <a:ln w="19050" cap="rnd" cmpd="sng">
            <a:solidFill>
              <a:srgbClr val="064EA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96;p2">
            <a:extLst>
              <a:ext uri="{FF2B5EF4-FFF2-40B4-BE49-F238E27FC236}">
                <a16:creationId xmlns:a16="http://schemas.microsoft.com/office/drawing/2014/main" id="{314D0C3D-9B49-FE40-AAE4-723C0B2761E7}"/>
              </a:ext>
            </a:extLst>
          </p:cNvPr>
          <p:cNvCxnSpPr>
            <a:cxnSpLocks/>
          </p:cNvCxnSpPr>
          <p:nvPr/>
        </p:nvCxnSpPr>
        <p:spPr>
          <a:xfrm>
            <a:off x="233569" y="6276838"/>
            <a:ext cx="11724861" cy="0"/>
          </a:xfrm>
          <a:prstGeom prst="straightConnector1">
            <a:avLst/>
          </a:prstGeom>
          <a:noFill/>
          <a:ln w="19050" cap="rnd" cmpd="sng">
            <a:solidFill>
              <a:srgbClr val="064EA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" name="Picture 7" descr="A close-up of a logo&#10;&#10;Description automatically generated">
            <a:extLst>
              <a:ext uri="{FF2B5EF4-FFF2-40B4-BE49-F238E27FC236}">
                <a16:creationId xmlns:a16="http://schemas.microsoft.com/office/drawing/2014/main" id="{AFCACD7A-67FF-7F81-2782-A6FDC47B073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88628" y="6342857"/>
            <a:ext cx="1772519" cy="4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8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3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Figr/exampl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figr.io/" TargetMode="External"/><Relationship Id="rId5" Type="http://schemas.openxmlformats.org/officeDocument/2006/relationships/hyperlink" Target="mailto:maciej@gofigr.io" TargetMode="External"/><Relationship Id="rId4" Type="http://schemas.openxmlformats.org/officeDocument/2006/relationships/hyperlink" Target="https://app.gofigr.io/register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ofigr.i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6C56-F5D8-1646-97B9-230C2395D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642" y="1411555"/>
            <a:ext cx="10444716" cy="2387600"/>
          </a:xfrm>
        </p:spPr>
        <p:txBody>
          <a:bodyPr>
            <a:normAutofit/>
          </a:bodyPr>
          <a:lstStyle/>
          <a:p>
            <a:r>
              <a:rPr lang="en-US" dirty="0"/>
              <a:t>GoFigr Open Lab!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B95247-2654-CC4D-B31F-3347D6869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8511"/>
            <a:ext cx="9144000" cy="20875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Maciej Pacula</a:t>
            </a:r>
          </a:p>
          <a:p>
            <a:r>
              <a:rPr lang="en-US" dirty="0"/>
              <a:t>Founder</a:t>
            </a:r>
          </a:p>
          <a:p>
            <a:r>
              <a:rPr lang="en-US" dirty="0"/>
              <a:t>https://</a:t>
            </a:r>
            <a:r>
              <a:rPr lang="en-US" dirty="0" err="1"/>
              <a:t>gofigr.io</a:t>
            </a:r>
            <a:endParaRPr lang="en-US" dirty="0"/>
          </a:p>
          <a:p>
            <a:endParaRPr lang="en-US" dirty="0"/>
          </a:p>
          <a:p>
            <a:r>
              <a:rPr lang="en-US" dirty="0"/>
              <a:t>April 8, 2026</a:t>
            </a:r>
          </a:p>
        </p:txBody>
      </p:sp>
    </p:spTree>
    <p:extLst>
      <p:ext uri="{BB962C8B-B14F-4D97-AF65-F5344CB8AC3E}">
        <p14:creationId xmlns:p14="http://schemas.microsoft.com/office/powerpoint/2010/main" val="274586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50228-499B-E31D-7198-21863754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volcano plot showing, exactly?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6E241-DF75-484C-8224-30F7DB6B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 descr="Figure image">
            <a:extLst>
              <a:ext uri="{FF2B5EF4-FFF2-40B4-BE49-F238E27FC236}">
                <a16:creationId xmlns:a16="http://schemas.microsoft.com/office/drawing/2014/main" id="{DF5FF784-3C11-C412-99D1-A5348D93A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89" y="1153727"/>
            <a:ext cx="6909848" cy="483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479A0A-B007-45C0-59A9-5A50E691C4B3}"/>
              </a:ext>
            </a:extLst>
          </p:cNvPr>
          <p:cNvSpPr/>
          <p:nvPr/>
        </p:nvSpPr>
        <p:spPr>
          <a:xfrm>
            <a:off x="7554544" y="1687779"/>
            <a:ext cx="4253567" cy="74857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Does it </a:t>
            </a:r>
            <a:r>
              <a:rPr lang="en-US" sz="2000" u="sng" dirty="0"/>
              <a:t>include</a:t>
            </a:r>
            <a:r>
              <a:rPr lang="en-US" sz="2000" dirty="0"/>
              <a:t> smokers?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F55CC5-BC4A-182C-06A8-EE3A23A60748}"/>
              </a:ext>
            </a:extLst>
          </p:cNvPr>
          <p:cNvSpPr/>
          <p:nvPr/>
        </p:nvSpPr>
        <p:spPr>
          <a:xfrm>
            <a:off x="7554544" y="2629473"/>
            <a:ext cx="4253567" cy="74857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Which </a:t>
            </a:r>
            <a:r>
              <a:rPr lang="en-US" sz="2000" u="sng" dirty="0"/>
              <a:t>version</a:t>
            </a:r>
            <a:r>
              <a:rPr lang="en-US" sz="2000" dirty="0"/>
              <a:t> of the data did we use?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3D9BB7-D223-032F-EA00-081395768E8E}"/>
              </a:ext>
            </a:extLst>
          </p:cNvPr>
          <p:cNvSpPr/>
          <p:nvPr/>
        </p:nvSpPr>
        <p:spPr>
          <a:xfrm>
            <a:off x="7554544" y="3571167"/>
            <a:ext cx="4253567" cy="74857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Can you re-do with our corporate colors? 🫠</a:t>
            </a:r>
          </a:p>
        </p:txBody>
      </p:sp>
    </p:spTree>
    <p:extLst>
      <p:ext uri="{BB962C8B-B14F-4D97-AF65-F5344CB8AC3E}">
        <p14:creationId xmlns:p14="http://schemas.microsoft.com/office/powerpoint/2010/main" val="412854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B34D-6B1C-7028-DDDA-E5FD3BCB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TCGA analysis with GoFigr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FCED2-3E88-BD8C-9317-99FF7B515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63" y="1258380"/>
            <a:ext cx="5694973" cy="49146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GoFigr setup</a:t>
            </a:r>
          </a:p>
          <a:p>
            <a:r>
              <a:rPr lang="en-US" dirty="0"/>
              <a:t>TCGA download</a:t>
            </a:r>
          </a:p>
          <a:p>
            <a:r>
              <a:rPr lang="en-US" dirty="0"/>
              <a:t>LUAD vs LUSC differential expression in R</a:t>
            </a:r>
          </a:p>
          <a:p>
            <a:r>
              <a:rPr lang="en-US" dirty="0"/>
              <a:t>Follow-up analysis in Python (Jupyter)</a:t>
            </a:r>
          </a:p>
          <a:p>
            <a:r>
              <a:rPr lang="en-US" b="1" dirty="0">
                <a:solidFill>
                  <a:srgbClr val="00B050"/>
                </a:solidFill>
              </a:rPr>
              <a:t>Clean Room </a:t>
            </a:r>
            <a:r>
              <a:rPr lang="en-US" dirty="0"/>
              <a:t>– easy interactive reproducibility!</a:t>
            </a:r>
          </a:p>
          <a:p>
            <a:r>
              <a:rPr lang="en-US" dirty="0"/>
              <a:t>Combine R &amp; Python into an AI-generated slide deck with full provenance</a:t>
            </a:r>
          </a:p>
          <a:p>
            <a:pPr lvl="1"/>
            <a:r>
              <a:rPr lang="en-US" dirty="0"/>
              <a:t>… and update to latest figures with a click of a button!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4762B-5992-3552-6578-A2EF4DF6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B1AAC3-BE4D-35D5-455A-A3ADF6486555}"/>
              </a:ext>
            </a:extLst>
          </p:cNvPr>
          <p:cNvSpPr/>
          <p:nvPr/>
        </p:nvSpPr>
        <p:spPr>
          <a:xfrm>
            <a:off x="6826975" y="1436180"/>
            <a:ext cx="4763255" cy="3792682"/>
          </a:xfrm>
          <a:prstGeom prst="roundRect">
            <a:avLst>
              <a:gd name="adj" fmla="val 3242"/>
            </a:avLst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Free stuff</a:t>
            </a:r>
          </a:p>
          <a:p>
            <a:pPr algn="ctr"/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Code and slides from today: </a:t>
            </a:r>
            <a:r>
              <a:rPr lang="en-US" sz="2000" dirty="0">
                <a:solidFill>
                  <a:schemeClr val="accent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https://github.com/GoFigr/examples</a:t>
            </a:r>
            <a:endParaRPr lang="en-US" sz="2000" dirty="0">
              <a:solidFill>
                <a:schemeClr val="accent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GoFigr signup at </a:t>
            </a:r>
            <a:r>
              <a:rPr lang="en-US" sz="2000" dirty="0">
                <a:solidFill>
                  <a:schemeClr val="accent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https://app.gofigr.io/register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Also send me a note at </a:t>
            </a:r>
            <a:r>
              <a:rPr lang="en-US" sz="2000" dirty="0">
                <a:solidFill>
                  <a:schemeClr val="accent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maciej@gofigr.io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for an upgrade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Documentation at </a:t>
            </a:r>
            <a:r>
              <a:rPr lang="en-US" sz="2000" dirty="0">
                <a:solidFill>
                  <a:schemeClr val="accent4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https://docs.gofigr.io/</a:t>
            </a:r>
            <a:endParaRPr lang="en-US" sz="2000" dirty="0">
              <a:solidFill>
                <a:schemeClr val="accent4"/>
              </a:solidFill>
            </a:endParaRPr>
          </a:p>
          <a:p>
            <a:endParaRPr lang="en-US" sz="20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6504-5137-B067-E21E-59D03DC3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34A54-0490-0284-919F-D80B5810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0613-4E7D-228E-78BA-82B65575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156" y="1258380"/>
            <a:ext cx="11257877" cy="491469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Please visit </a:t>
            </a:r>
            <a:r>
              <a:rPr lang="en-US" dirty="0">
                <a:solidFill>
                  <a:schemeClr val="accent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https://gofigr.io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for example figures and demo videos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Feel free to email me (</a:t>
            </a:r>
            <a:r>
              <a:rPr lang="en-US" dirty="0" err="1"/>
              <a:t>maciej@gofigr.io</a:t>
            </a:r>
            <a:r>
              <a:rPr lang="en-US" dirty="0"/>
              <a:t>) with any questions whatsoever</a:t>
            </a:r>
          </a:p>
        </p:txBody>
      </p:sp>
    </p:spTree>
    <p:extLst>
      <p:ext uri="{BB962C8B-B14F-4D97-AF65-F5344CB8AC3E}">
        <p14:creationId xmlns:p14="http://schemas.microsoft.com/office/powerpoint/2010/main" val="28363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AFC2-7D74-5414-7C2F-DC1294C6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D4047-2EC6-6DCD-FFAC-074BD26C0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65" y="1275314"/>
            <a:ext cx="11092070" cy="491469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A1B60-620F-C625-24E7-556723D5C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94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757DC9-5601-6703-7E47-C8D75DC7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A5503-8A92-7E31-A81E-742268AD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GoFigr: automatic provenance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9FC1A-A854-DDB4-6026-04834334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63C6-BC1E-CC49-9701-9DA8C2A99AE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0">
            <a:extLst>
              <a:ext uri="{FF2B5EF4-FFF2-40B4-BE49-F238E27FC236}">
                <a16:creationId xmlns:a16="http://schemas.microsoft.com/office/drawing/2014/main" id="{11FF2AA2-606A-D09A-4575-8C4DE525D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58" y="2387437"/>
            <a:ext cx="2049007" cy="204900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F6FBAB94-5D24-4D88-634D-430AFBAA4467}"/>
              </a:ext>
            </a:extLst>
          </p:cNvPr>
          <p:cNvSpPr/>
          <p:nvPr/>
        </p:nvSpPr>
        <p:spPr>
          <a:xfrm>
            <a:off x="3017369" y="3023965"/>
            <a:ext cx="2611490" cy="3297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A0E9DB-E3E8-DA65-0BE4-156D4D9F701C}"/>
              </a:ext>
            </a:extLst>
          </p:cNvPr>
          <p:cNvSpPr txBox="1"/>
          <p:nvPr/>
        </p:nvSpPr>
        <p:spPr>
          <a:xfrm>
            <a:off x="3174453" y="2225869"/>
            <a:ext cx="2232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4AAD"/>
                </a:solidFill>
              </a:rPr>
              <a:t>Real-time figure capture</a:t>
            </a:r>
            <a:endParaRPr lang="en-US" sz="2400" dirty="0"/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0F233D0E-8341-AD44-FC37-032342614D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54424" y="328618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49F89AC-9E5F-8EDA-764A-F045C2661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972" y="2626930"/>
            <a:ext cx="1958902" cy="19589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2BCF06-0968-8D0D-CFEE-68EE521DAC89}"/>
              </a:ext>
            </a:extLst>
          </p:cNvPr>
          <p:cNvSpPr txBox="1"/>
          <p:nvPr/>
        </p:nvSpPr>
        <p:spPr>
          <a:xfrm>
            <a:off x="8124959" y="2387437"/>
            <a:ext cx="38591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4AAD"/>
                </a:solidFill>
              </a:rPr>
              <a:t>Every figure, every revision</a:t>
            </a:r>
            <a:r>
              <a:rPr lang="en-US" sz="2400" dirty="0"/>
              <a:t>, over the lifetime of your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4AAD"/>
                </a:solidFill>
              </a:rPr>
              <a:t>Reproducible</a:t>
            </a:r>
            <a:r>
              <a:rPr lang="en-US" sz="2400" dirty="0"/>
              <a:t>: captures code and other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4AAD"/>
                </a:solidFill>
              </a:rPr>
              <a:t>Full traceability </a:t>
            </a:r>
            <a:r>
              <a:rPr lang="en-US" sz="2400" dirty="0"/>
              <a:t>to author, data &amp;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4AAD"/>
                </a:solidFill>
              </a:rPr>
              <a:t>Discoverable</a:t>
            </a:r>
            <a:r>
              <a:rPr lang="en-US" sz="2400" dirty="0"/>
              <a:t>: Search and indexing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800CD1-D3AC-059E-CE58-1E885DDA8A31}"/>
              </a:ext>
            </a:extLst>
          </p:cNvPr>
          <p:cNvSpPr txBox="1"/>
          <p:nvPr/>
        </p:nvSpPr>
        <p:spPr>
          <a:xfrm>
            <a:off x="6374420" y="2590718"/>
            <a:ext cx="1419090" cy="2031325"/>
          </a:xfrm>
          <a:prstGeom prst="rect">
            <a:avLst/>
          </a:prstGeom>
          <a:solidFill>
            <a:srgbClr val="F4FAFF">
              <a:alpha val="50196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Figures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Environment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Code</a:t>
            </a:r>
          </a:p>
        </p:txBody>
      </p:sp>
      <p:pic>
        <p:nvPicPr>
          <p:cNvPr id="7" name="Picture 6" descr="A logo with black text&#10;&#10;AI-generated content may be incorrect.">
            <a:extLst>
              <a:ext uri="{FF2B5EF4-FFF2-40B4-BE49-F238E27FC236}">
                <a16:creationId xmlns:a16="http://schemas.microsoft.com/office/drawing/2014/main" id="{3F9F0917-EC13-817F-A7A1-C4C2A6B57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369" y="1375050"/>
            <a:ext cx="2433527" cy="929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5CEBD0-52A1-B03E-E9A7-0BC790775076}"/>
              </a:ext>
            </a:extLst>
          </p:cNvPr>
          <p:cNvSpPr txBox="1"/>
          <p:nvPr/>
        </p:nvSpPr>
        <p:spPr>
          <a:xfrm>
            <a:off x="7822005" y="1621795"/>
            <a:ext cx="353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</a:t>
            </a:r>
            <a:r>
              <a:rPr lang="en-US" sz="3200" b="1" dirty="0" err="1"/>
              <a:t>GoFigr.io</a:t>
            </a:r>
            <a:r>
              <a:rPr lang="en-US" sz="3200" b="1" dirty="0"/>
              <a:t> portal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2E3A8-5639-5417-0C52-1FE0E6592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3655" y="3438582"/>
            <a:ext cx="1322242" cy="694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6C3A33-5F1B-EA85-5C3C-77BA1910CE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687" r="23557"/>
          <a:stretch>
            <a:fillRect/>
          </a:stretch>
        </p:blipFill>
        <p:spPr>
          <a:xfrm>
            <a:off x="4469645" y="3483736"/>
            <a:ext cx="656889" cy="694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8F5E1-A6E8-017A-020A-4D030D26A4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2632" y="4106784"/>
            <a:ext cx="849123" cy="659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1D8EBF-A48D-4D3F-6DA0-69E119B470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3682" y="5266485"/>
            <a:ext cx="474722" cy="547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E4D20B-52F3-07E8-FACB-44677F4DE1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1170" y="4415235"/>
            <a:ext cx="724222" cy="407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2A89E4-A20F-43CA-500C-7501AAA667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0141" y="5044016"/>
            <a:ext cx="1066280" cy="5606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E5B62C-F3AD-4867-02D3-34BEEC7FBB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5884" y="5604673"/>
            <a:ext cx="729508" cy="3835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FE91C4-C09A-4312-E2A0-494793CF5E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30301" y="4747323"/>
            <a:ext cx="1098865" cy="65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44503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FA0F29A-7B41-6C43-8AFC-3393FEDA66B8}" vid="{43C2FB22-545B-8C49-A398-7A627D349B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 template</Template>
  <TotalTime>87539</TotalTime>
  <Words>247</Words>
  <Application>Microsoft Macintosh PowerPoint</Application>
  <PresentationFormat>Widescreen</PresentationFormat>
  <Paragraphs>50</Paragraphs>
  <Slides>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slide template</vt:lpstr>
      <vt:lpstr>GoFigr Open Lab!</vt:lpstr>
      <vt:lpstr>What is this volcano plot showing, exactly?</vt:lpstr>
      <vt:lpstr>Today: TCGA analysis with GoFigr</vt:lpstr>
      <vt:lpstr>Thank you!</vt:lpstr>
      <vt:lpstr>Supplemental</vt:lpstr>
      <vt:lpstr>GoFigr: automatic provenance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data discoverable</dc:title>
  <dc:creator>Maciej Pacula</dc:creator>
  <cp:lastModifiedBy>Maciej Pacula</cp:lastModifiedBy>
  <cp:revision>465</cp:revision>
  <cp:lastPrinted>2024-11-04T19:34:58Z</cp:lastPrinted>
  <dcterms:created xsi:type="dcterms:W3CDTF">2021-10-18T13:52:59Z</dcterms:created>
  <dcterms:modified xsi:type="dcterms:W3CDTF">2026-04-08T15:11:30Z</dcterms:modified>
</cp:coreProperties>
</file>